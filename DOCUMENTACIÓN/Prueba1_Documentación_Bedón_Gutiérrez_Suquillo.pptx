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Open Sans Bold" charset="1" panose="020B0806030504020204"/>
      <p:regular r:id="rId15"/>
    </p:embeddedFont>
    <p:embeddedFont>
      <p:font typeface="Open Sans" charset="1" panose="020B0606030504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49476" y="5084156"/>
            <a:ext cx="3615335" cy="883754"/>
            <a:chOff x="0" y="0"/>
            <a:chExt cx="952187" cy="232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2187" cy="232758"/>
            </a:xfrm>
            <a:custGeom>
              <a:avLst/>
              <a:gdLst/>
              <a:ahLst/>
              <a:cxnLst/>
              <a:rect r="r" b="b" t="t" l="l"/>
              <a:pathLst>
                <a:path h="232758" w="952187">
                  <a:moveTo>
                    <a:pt x="109212" y="0"/>
                  </a:moveTo>
                  <a:lnTo>
                    <a:pt x="842975" y="0"/>
                  </a:lnTo>
                  <a:cubicBezTo>
                    <a:pt x="871940" y="0"/>
                    <a:pt x="899718" y="11506"/>
                    <a:pt x="920199" y="31987"/>
                  </a:cubicBezTo>
                  <a:cubicBezTo>
                    <a:pt x="940681" y="52469"/>
                    <a:pt x="952187" y="80247"/>
                    <a:pt x="952187" y="109212"/>
                  </a:cubicBezTo>
                  <a:lnTo>
                    <a:pt x="952187" y="123546"/>
                  </a:lnTo>
                  <a:cubicBezTo>
                    <a:pt x="952187" y="152511"/>
                    <a:pt x="940681" y="180290"/>
                    <a:pt x="920199" y="200771"/>
                  </a:cubicBezTo>
                  <a:cubicBezTo>
                    <a:pt x="899718" y="221252"/>
                    <a:pt x="871940" y="232758"/>
                    <a:pt x="842975" y="232758"/>
                  </a:cubicBezTo>
                  <a:lnTo>
                    <a:pt x="109212" y="232758"/>
                  </a:lnTo>
                  <a:cubicBezTo>
                    <a:pt x="80247" y="232758"/>
                    <a:pt x="52469" y="221252"/>
                    <a:pt x="31987" y="200771"/>
                  </a:cubicBezTo>
                  <a:cubicBezTo>
                    <a:pt x="11506" y="180290"/>
                    <a:pt x="0" y="152511"/>
                    <a:pt x="0" y="123546"/>
                  </a:cubicBezTo>
                  <a:lnTo>
                    <a:pt x="0" y="109212"/>
                  </a:lnTo>
                  <a:cubicBezTo>
                    <a:pt x="0" y="80247"/>
                    <a:pt x="11506" y="52469"/>
                    <a:pt x="31987" y="31987"/>
                  </a:cubicBezTo>
                  <a:cubicBezTo>
                    <a:pt x="52469" y="11506"/>
                    <a:pt x="80247" y="0"/>
                    <a:pt x="109212" y="0"/>
                  </a:cubicBezTo>
                  <a:close/>
                </a:path>
              </a:pathLst>
            </a:custGeom>
            <a:solidFill>
              <a:srgbClr val="83FF9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52187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162174" y="923925"/>
            <a:ext cx="5963652" cy="98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4"/>
              </a:lnSpc>
            </a:pPr>
            <a:r>
              <a:rPr lang="en-US" sz="581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 Parcial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20364" y="2217282"/>
            <a:ext cx="6263801" cy="82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6"/>
              </a:lnSpc>
            </a:pPr>
            <a:r>
              <a:rPr lang="en-US" sz="476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Bienvenido, Monster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95428" y="5248538"/>
            <a:ext cx="2851309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Editar Inventario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09797" y="5055899"/>
            <a:ext cx="3768117" cy="883754"/>
            <a:chOff x="0" y="0"/>
            <a:chExt cx="992426" cy="2327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2426" cy="232758"/>
            </a:xfrm>
            <a:custGeom>
              <a:avLst/>
              <a:gdLst/>
              <a:ahLst/>
              <a:cxnLst/>
              <a:rect r="r" b="b" t="t" l="l"/>
              <a:pathLst>
                <a:path h="232758" w="992426">
                  <a:moveTo>
                    <a:pt x="104784" y="0"/>
                  </a:moveTo>
                  <a:lnTo>
                    <a:pt x="887642" y="0"/>
                  </a:lnTo>
                  <a:cubicBezTo>
                    <a:pt x="915432" y="0"/>
                    <a:pt x="942085" y="11040"/>
                    <a:pt x="961735" y="30690"/>
                  </a:cubicBezTo>
                  <a:cubicBezTo>
                    <a:pt x="981386" y="50341"/>
                    <a:pt x="992426" y="76993"/>
                    <a:pt x="992426" y="104784"/>
                  </a:cubicBezTo>
                  <a:lnTo>
                    <a:pt x="992426" y="127974"/>
                  </a:lnTo>
                  <a:cubicBezTo>
                    <a:pt x="992426" y="185845"/>
                    <a:pt x="945513" y="232758"/>
                    <a:pt x="887642" y="232758"/>
                  </a:cubicBezTo>
                  <a:lnTo>
                    <a:pt x="104784" y="232758"/>
                  </a:lnTo>
                  <a:cubicBezTo>
                    <a:pt x="76993" y="232758"/>
                    <a:pt x="50341" y="221718"/>
                    <a:pt x="30690" y="202068"/>
                  </a:cubicBezTo>
                  <a:cubicBezTo>
                    <a:pt x="11040" y="182417"/>
                    <a:pt x="0" y="155765"/>
                    <a:pt x="0" y="127974"/>
                  </a:cubicBezTo>
                  <a:lnTo>
                    <a:pt x="0" y="104784"/>
                  </a:lnTo>
                  <a:cubicBezTo>
                    <a:pt x="0" y="76993"/>
                    <a:pt x="11040" y="50341"/>
                    <a:pt x="30690" y="30690"/>
                  </a:cubicBezTo>
                  <a:cubicBezTo>
                    <a:pt x="50341" y="11040"/>
                    <a:pt x="76993" y="0"/>
                    <a:pt x="104784" y="0"/>
                  </a:cubicBezTo>
                  <a:close/>
                </a:path>
              </a:pathLst>
            </a:custGeom>
            <a:solidFill>
              <a:srgbClr val="FBE07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92426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337908" y="5212026"/>
            <a:ext cx="25193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Realizar Venta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8820" y="7604182"/>
            <a:ext cx="3866657" cy="883754"/>
            <a:chOff x="0" y="0"/>
            <a:chExt cx="1018379" cy="232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8379" cy="232758"/>
            </a:xfrm>
            <a:custGeom>
              <a:avLst/>
              <a:gdLst/>
              <a:ahLst/>
              <a:cxnLst/>
              <a:rect r="r" b="b" t="t" l="l"/>
              <a:pathLst>
                <a:path h="232758" w="1018379">
                  <a:moveTo>
                    <a:pt x="102114" y="0"/>
                  </a:moveTo>
                  <a:lnTo>
                    <a:pt x="916265" y="0"/>
                  </a:lnTo>
                  <a:cubicBezTo>
                    <a:pt x="943347" y="0"/>
                    <a:pt x="969320" y="10758"/>
                    <a:pt x="988470" y="29908"/>
                  </a:cubicBezTo>
                  <a:cubicBezTo>
                    <a:pt x="1007620" y="49058"/>
                    <a:pt x="1018379" y="75031"/>
                    <a:pt x="1018379" y="102114"/>
                  </a:cubicBezTo>
                  <a:lnTo>
                    <a:pt x="1018379" y="130645"/>
                  </a:lnTo>
                  <a:cubicBezTo>
                    <a:pt x="1018379" y="157727"/>
                    <a:pt x="1007620" y="183700"/>
                    <a:pt x="988470" y="202850"/>
                  </a:cubicBezTo>
                  <a:cubicBezTo>
                    <a:pt x="969320" y="222000"/>
                    <a:pt x="943347" y="232758"/>
                    <a:pt x="916265" y="232758"/>
                  </a:cubicBezTo>
                  <a:lnTo>
                    <a:pt x="102114" y="232758"/>
                  </a:lnTo>
                  <a:cubicBezTo>
                    <a:pt x="75031" y="232758"/>
                    <a:pt x="49058" y="222000"/>
                    <a:pt x="29908" y="202850"/>
                  </a:cubicBezTo>
                  <a:cubicBezTo>
                    <a:pt x="10758" y="183700"/>
                    <a:pt x="0" y="157727"/>
                    <a:pt x="0" y="130645"/>
                  </a:cubicBezTo>
                  <a:lnTo>
                    <a:pt x="0" y="102114"/>
                  </a:lnTo>
                  <a:cubicBezTo>
                    <a:pt x="0" y="75031"/>
                    <a:pt x="10758" y="49058"/>
                    <a:pt x="29908" y="29908"/>
                  </a:cubicBezTo>
                  <a:cubicBezTo>
                    <a:pt x="49058" y="10758"/>
                    <a:pt x="75031" y="0"/>
                    <a:pt x="102114" y="0"/>
                  </a:cubicBezTo>
                  <a:close/>
                </a:path>
              </a:pathLst>
            </a:custGeom>
            <a:solidFill>
              <a:srgbClr val="83FF9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8379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370660" y="1415067"/>
            <a:ext cx="5129865" cy="82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6"/>
              </a:lnSpc>
            </a:pPr>
            <a:r>
              <a:rPr lang="en-US" sz="476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Editar Inventario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49916" y="7784840"/>
            <a:ext cx="270446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Crear Producto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663456" y="4378168"/>
            <a:ext cx="1867667" cy="883754"/>
            <a:chOff x="0" y="0"/>
            <a:chExt cx="491896" cy="2327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1896" cy="232758"/>
            </a:xfrm>
            <a:custGeom>
              <a:avLst/>
              <a:gdLst/>
              <a:ahLst/>
              <a:cxnLst/>
              <a:rect r="r" b="b" t="t" l="l"/>
              <a:pathLst>
                <a:path h="232758" w="491896">
                  <a:moveTo>
                    <a:pt x="116379" y="0"/>
                  </a:moveTo>
                  <a:lnTo>
                    <a:pt x="375517" y="0"/>
                  </a:lnTo>
                  <a:cubicBezTo>
                    <a:pt x="439791" y="0"/>
                    <a:pt x="491896" y="52105"/>
                    <a:pt x="491896" y="116379"/>
                  </a:cubicBezTo>
                  <a:lnTo>
                    <a:pt x="491896" y="116379"/>
                  </a:lnTo>
                  <a:cubicBezTo>
                    <a:pt x="491896" y="180654"/>
                    <a:pt x="439791" y="232758"/>
                    <a:pt x="375517" y="232758"/>
                  </a:cubicBezTo>
                  <a:lnTo>
                    <a:pt x="116379" y="232758"/>
                  </a:lnTo>
                  <a:cubicBezTo>
                    <a:pt x="52105" y="232758"/>
                    <a:pt x="0" y="180654"/>
                    <a:pt x="0" y="116379"/>
                  </a:cubicBezTo>
                  <a:lnTo>
                    <a:pt x="0" y="116379"/>
                  </a:lnTo>
                  <a:cubicBezTo>
                    <a:pt x="0" y="52105"/>
                    <a:pt x="52105" y="0"/>
                    <a:pt x="116379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91896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58467" y="3697481"/>
            <a:ext cx="1543841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Producto                                         Precio                      Acciones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58467" y="4520484"/>
            <a:ext cx="747712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 Producto                    $200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92782" y="4542550"/>
            <a:ext cx="1009015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Editar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634010" y="4378168"/>
            <a:ext cx="2773509" cy="883754"/>
            <a:chOff x="0" y="0"/>
            <a:chExt cx="730471" cy="2327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0471" cy="232758"/>
            </a:xfrm>
            <a:custGeom>
              <a:avLst/>
              <a:gdLst/>
              <a:ahLst/>
              <a:cxnLst/>
              <a:rect r="r" b="b" t="t" l="l"/>
              <a:pathLst>
                <a:path h="232758" w="730471">
                  <a:moveTo>
                    <a:pt x="116379" y="0"/>
                  </a:moveTo>
                  <a:lnTo>
                    <a:pt x="614092" y="0"/>
                  </a:lnTo>
                  <a:cubicBezTo>
                    <a:pt x="644958" y="0"/>
                    <a:pt x="674560" y="12261"/>
                    <a:pt x="696385" y="34087"/>
                  </a:cubicBezTo>
                  <a:cubicBezTo>
                    <a:pt x="718210" y="55912"/>
                    <a:pt x="730471" y="85513"/>
                    <a:pt x="730471" y="116379"/>
                  </a:cubicBezTo>
                  <a:lnTo>
                    <a:pt x="730471" y="116379"/>
                  </a:lnTo>
                  <a:cubicBezTo>
                    <a:pt x="730471" y="180654"/>
                    <a:pt x="678367" y="232758"/>
                    <a:pt x="614092" y="232758"/>
                  </a:cubicBezTo>
                  <a:lnTo>
                    <a:pt x="116379" y="232758"/>
                  </a:lnTo>
                  <a:cubicBezTo>
                    <a:pt x="52105" y="232758"/>
                    <a:pt x="0" y="180654"/>
                    <a:pt x="0" y="116379"/>
                  </a:cubicBezTo>
                  <a:lnTo>
                    <a:pt x="0" y="116379"/>
                  </a:lnTo>
                  <a:cubicBezTo>
                    <a:pt x="0" y="52105"/>
                    <a:pt x="52105" y="0"/>
                    <a:pt x="116379" y="0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30471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310362" y="4534295"/>
            <a:ext cx="145669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Eliminar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58467" y="5737295"/>
            <a:ext cx="747712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 Producto                    $200</a:t>
            </a:r>
          </a:p>
        </p:txBody>
      </p:sp>
      <p:sp>
        <p:nvSpPr>
          <p:cNvPr name="AutoShape 18" id="18"/>
          <p:cNvSpPr/>
          <p:nvPr/>
        </p:nvSpPr>
        <p:spPr>
          <a:xfrm flipV="true">
            <a:off x="1166388" y="5452422"/>
            <a:ext cx="1625465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7557774" y="3646179"/>
            <a:ext cx="0" cy="38298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9464777" y="3646179"/>
            <a:ext cx="0" cy="38298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1166388" y="4296921"/>
            <a:ext cx="1625465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1337448" y="6693205"/>
            <a:ext cx="1625465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0663456" y="5576247"/>
            <a:ext cx="1867667" cy="883754"/>
            <a:chOff x="0" y="0"/>
            <a:chExt cx="491896" cy="23275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1896" cy="232758"/>
            </a:xfrm>
            <a:custGeom>
              <a:avLst/>
              <a:gdLst/>
              <a:ahLst/>
              <a:cxnLst/>
              <a:rect r="r" b="b" t="t" l="l"/>
              <a:pathLst>
                <a:path h="232758" w="491896">
                  <a:moveTo>
                    <a:pt x="116379" y="0"/>
                  </a:moveTo>
                  <a:lnTo>
                    <a:pt x="375517" y="0"/>
                  </a:lnTo>
                  <a:cubicBezTo>
                    <a:pt x="439791" y="0"/>
                    <a:pt x="491896" y="52105"/>
                    <a:pt x="491896" y="116379"/>
                  </a:cubicBezTo>
                  <a:lnTo>
                    <a:pt x="491896" y="116379"/>
                  </a:lnTo>
                  <a:cubicBezTo>
                    <a:pt x="491896" y="180654"/>
                    <a:pt x="439791" y="232758"/>
                    <a:pt x="375517" y="232758"/>
                  </a:cubicBezTo>
                  <a:lnTo>
                    <a:pt x="116379" y="232758"/>
                  </a:lnTo>
                  <a:cubicBezTo>
                    <a:pt x="52105" y="232758"/>
                    <a:pt x="0" y="180654"/>
                    <a:pt x="0" y="116379"/>
                  </a:cubicBezTo>
                  <a:lnTo>
                    <a:pt x="0" y="116379"/>
                  </a:lnTo>
                  <a:cubicBezTo>
                    <a:pt x="0" y="52105"/>
                    <a:pt x="52105" y="0"/>
                    <a:pt x="116379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91896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189615" y="5783333"/>
            <a:ext cx="1009015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Editar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656543" y="5618951"/>
            <a:ext cx="2773509" cy="883754"/>
            <a:chOff x="0" y="0"/>
            <a:chExt cx="730471" cy="23275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0471" cy="232758"/>
            </a:xfrm>
            <a:custGeom>
              <a:avLst/>
              <a:gdLst/>
              <a:ahLst/>
              <a:cxnLst/>
              <a:rect r="r" b="b" t="t" l="l"/>
              <a:pathLst>
                <a:path h="232758" w="730471">
                  <a:moveTo>
                    <a:pt x="116379" y="0"/>
                  </a:moveTo>
                  <a:lnTo>
                    <a:pt x="614092" y="0"/>
                  </a:lnTo>
                  <a:cubicBezTo>
                    <a:pt x="644958" y="0"/>
                    <a:pt x="674560" y="12261"/>
                    <a:pt x="696385" y="34087"/>
                  </a:cubicBezTo>
                  <a:cubicBezTo>
                    <a:pt x="718210" y="55912"/>
                    <a:pt x="730471" y="85513"/>
                    <a:pt x="730471" y="116379"/>
                  </a:cubicBezTo>
                  <a:lnTo>
                    <a:pt x="730471" y="116379"/>
                  </a:lnTo>
                  <a:cubicBezTo>
                    <a:pt x="730471" y="180654"/>
                    <a:pt x="678367" y="232758"/>
                    <a:pt x="614092" y="232758"/>
                  </a:cubicBezTo>
                  <a:lnTo>
                    <a:pt x="116379" y="232758"/>
                  </a:lnTo>
                  <a:cubicBezTo>
                    <a:pt x="52105" y="232758"/>
                    <a:pt x="0" y="180654"/>
                    <a:pt x="0" y="116379"/>
                  </a:cubicBezTo>
                  <a:lnTo>
                    <a:pt x="0" y="116379"/>
                  </a:lnTo>
                  <a:cubicBezTo>
                    <a:pt x="0" y="52105"/>
                    <a:pt x="52105" y="0"/>
                    <a:pt x="116379" y="0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30471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4332895" y="5775078"/>
            <a:ext cx="145669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Eliminar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668820" y="8754636"/>
            <a:ext cx="3866657" cy="883754"/>
            <a:chOff x="0" y="0"/>
            <a:chExt cx="1018379" cy="23275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18379" cy="232758"/>
            </a:xfrm>
            <a:custGeom>
              <a:avLst/>
              <a:gdLst/>
              <a:ahLst/>
              <a:cxnLst/>
              <a:rect r="r" b="b" t="t" l="l"/>
              <a:pathLst>
                <a:path h="232758" w="1018379">
                  <a:moveTo>
                    <a:pt x="102114" y="0"/>
                  </a:moveTo>
                  <a:lnTo>
                    <a:pt x="916265" y="0"/>
                  </a:lnTo>
                  <a:cubicBezTo>
                    <a:pt x="943347" y="0"/>
                    <a:pt x="969320" y="10758"/>
                    <a:pt x="988470" y="29908"/>
                  </a:cubicBezTo>
                  <a:cubicBezTo>
                    <a:pt x="1007620" y="49058"/>
                    <a:pt x="1018379" y="75031"/>
                    <a:pt x="1018379" y="102114"/>
                  </a:cubicBezTo>
                  <a:lnTo>
                    <a:pt x="1018379" y="130645"/>
                  </a:lnTo>
                  <a:cubicBezTo>
                    <a:pt x="1018379" y="157727"/>
                    <a:pt x="1007620" y="183700"/>
                    <a:pt x="988470" y="202850"/>
                  </a:cubicBezTo>
                  <a:cubicBezTo>
                    <a:pt x="969320" y="222000"/>
                    <a:pt x="943347" y="232758"/>
                    <a:pt x="916265" y="232758"/>
                  </a:cubicBezTo>
                  <a:lnTo>
                    <a:pt x="102114" y="232758"/>
                  </a:lnTo>
                  <a:cubicBezTo>
                    <a:pt x="75031" y="232758"/>
                    <a:pt x="49058" y="222000"/>
                    <a:pt x="29908" y="202850"/>
                  </a:cubicBezTo>
                  <a:cubicBezTo>
                    <a:pt x="10758" y="183700"/>
                    <a:pt x="0" y="157727"/>
                    <a:pt x="0" y="130645"/>
                  </a:cubicBezTo>
                  <a:lnTo>
                    <a:pt x="0" y="102114"/>
                  </a:lnTo>
                  <a:cubicBezTo>
                    <a:pt x="0" y="75031"/>
                    <a:pt x="10758" y="49058"/>
                    <a:pt x="29908" y="29908"/>
                  </a:cubicBezTo>
                  <a:cubicBezTo>
                    <a:pt x="49058" y="10758"/>
                    <a:pt x="75031" y="0"/>
                    <a:pt x="102114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18379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7960160" y="8910763"/>
            <a:ext cx="111347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Volver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48124" y="7007417"/>
            <a:ext cx="3866657" cy="883754"/>
            <a:chOff x="0" y="0"/>
            <a:chExt cx="1018379" cy="232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8379" cy="232758"/>
            </a:xfrm>
            <a:custGeom>
              <a:avLst/>
              <a:gdLst/>
              <a:ahLst/>
              <a:cxnLst/>
              <a:rect r="r" b="b" t="t" l="l"/>
              <a:pathLst>
                <a:path h="232758" w="1018379">
                  <a:moveTo>
                    <a:pt x="102114" y="0"/>
                  </a:moveTo>
                  <a:lnTo>
                    <a:pt x="916265" y="0"/>
                  </a:lnTo>
                  <a:cubicBezTo>
                    <a:pt x="943347" y="0"/>
                    <a:pt x="969320" y="10758"/>
                    <a:pt x="988470" y="29908"/>
                  </a:cubicBezTo>
                  <a:cubicBezTo>
                    <a:pt x="1007620" y="49058"/>
                    <a:pt x="1018379" y="75031"/>
                    <a:pt x="1018379" y="102114"/>
                  </a:cubicBezTo>
                  <a:lnTo>
                    <a:pt x="1018379" y="130645"/>
                  </a:lnTo>
                  <a:cubicBezTo>
                    <a:pt x="1018379" y="157727"/>
                    <a:pt x="1007620" y="183700"/>
                    <a:pt x="988470" y="202850"/>
                  </a:cubicBezTo>
                  <a:cubicBezTo>
                    <a:pt x="969320" y="222000"/>
                    <a:pt x="943347" y="232758"/>
                    <a:pt x="916265" y="232758"/>
                  </a:cubicBezTo>
                  <a:lnTo>
                    <a:pt x="102114" y="232758"/>
                  </a:lnTo>
                  <a:cubicBezTo>
                    <a:pt x="75031" y="232758"/>
                    <a:pt x="49058" y="222000"/>
                    <a:pt x="29908" y="202850"/>
                  </a:cubicBezTo>
                  <a:cubicBezTo>
                    <a:pt x="10758" y="183700"/>
                    <a:pt x="0" y="157727"/>
                    <a:pt x="0" y="130645"/>
                  </a:cubicBezTo>
                  <a:lnTo>
                    <a:pt x="0" y="102114"/>
                  </a:lnTo>
                  <a:cubicBezTo>
                    <a:pt x="0" y="75031"/>
                    <a:pt x="10758" y="49058"/>
                    <a:pt x="29908" y="29908"/>
                  </a:cubicBezTo>
                  <a:cubicBezTo>
                    <a:pt x="49058" y="10758"/>
                    <a:pt x="75031" y="0"/>
                    <a:pt x="102114" y="0"/>
                  </a:cubicBezTo>
                  <a:close/>
                </a:path>
              </a:pathLst>
            </a:custGeom>
            <a:solidFill>
              <a:srgbClr val="83FF9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8379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67236" y="4384023"/>
            <a:ext cx="4836283" cy="759477"/>
          </a:xfrm>
          <a:custGeom>
            <a:avLst/>
            <a:gdLst/>
            <a:ahLst/>
            <a:cxnLst/>
            <a:rect r="r" b="b" t="t" l="l"/>
            <a:pathLst>
              <a:path h="759477" w="4836283">
                <a:moveTo>
                  <a:pt x="0" y="0"/>
                </a:moveTo>
                <a:lnTo>
                  <a:pt x="4836283" y="0"/>
                </a:lnTo>
                <a:lnTo>
                  <a:pt x="4836283" y="759477"/>
                </a:lnTo>
                <a:lnTo>
                  <a:pt x="0" y="7594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7458" r="0" b="-5745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961948" y="1457586"/>
            <a:ext cx="4364105" cy="82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6"/>
              </a:lnSpc>
            </a:pPr>
            <a:r>
              <a:rPr lang="en-US" sz="476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Realizar Venta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96262" y="7188075"/>
            <a:ext cx="177038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Continuar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48651" y="4478012"/>
            <a:ext cx="469534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Ingrese cédula del cliente: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719167" y="8247577"/>
            <a:ext cx="3866657" cy="883754"/>
            <a:chOff x="0" y="0"/>
            <a:chExt cx="1018379" cy="2327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8379" cy="232758"/>
            </a:xfrm>
            <a:custGeom>
              <a:avLst/>
              <a:gdLst/>
              <a:ahLst/>
              <a:cxnLst/>
              <a:rect r="r" b="b" t="t" l="l"/>
              <a:pathLst>
                <a:path h="232758" w="1018379">
                  <a:moveTo>
                    <a:pt x="102114" y="0"/>
                  </a:moveTo>
                  <a:lnTo>
                    <a:pt x="916265" y="0"/>
                  </a:lnTo>
                  <a:cubicBezTo>
                    <a:pt x="943347" y="0"/>
                    <a:pt x="969320" y="10758"/>
                    <a:pt x="988470" y="29908"/>
                  </a:cubicBezTo>
                  <a:cubicBezTo>
                    <a:pt x="1007620" y="49058"/>
                    <a:pt x="1018379" y="75031"/>
                    <a:pt x="1018379" y="102114"/>
                  </a:cubicBezTo>
                  <a:lnTo>
                    <a:pt x="1018379" y="130645"/>
                  </a:lnTo>
                  <a:cubicBezTo>
                    <a:pt x="1018379" y="157727"/>
                    <a:pt x="1007620" y="183700"/>
                    <a:pt x="988470" y="202850"/>
                  </a:cubicBezTo>
                  <a:cubicBezTo>
                    <a:pt x="969320" y="222000"/>
                    <a:pt x="943347" y="232758"/>
                    <a:pt x="916265" y="232758"/>
                  </a:cubicBezTo>
                  <a:lnTo>
                    <a:pt x="102114" y="232758"/>
                  </a:lnTo>
                  <a:cubicBezTo>
                    <a:pt x="75031" y="232758"/>
                    <a:pt x="49058" y="222000"/>
                    <a:pt x="29908" y="202850"/>
                  </a:cubicBezTo>
                  <a:cubicBezTo>
                    <a:pt x="10758" y="183700"/>
                    <a:pt x="0" y="157727"/>
                    <a:pt x="0" y="130645"/>
                  </a:cubicBezTo>
                  <a:lnTo>
                    <a:pt x="0" y="102114"/>
                  </a:lnTo>
                  <a:cubicBezTo>
                    <a:pt x="0" y="75031"/>
                    <a:pt x="10758" y="49058"/>
                    <a:pt x="29908" y="29908"/>
                  </a:cubicBezTo>
                  <a:cubicBezTo>
                    <a:pt x="49058" y="10758"/>
                    <a:pt x="75031" y="0"/>
                    <a:pt x="102114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18379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010508" y="8403704"/>
            <a:ext cx="111347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Volver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3456" y="4378168"/>
            <a:ext cx="1867667" cy="883754"/>
            <a:chOff x="0" y="0"/>
            <a:chExt cx="491896" cy="232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896" cy="232758"/>
            </a:xfrm>
            <a:custGeom>
              <a:avLst/>
              <a:gdLst/>
              <a:ahLst/>
              <a:cxnLst/>
              <a:rect r="r" b="b" t="t" l="l"/>
              <a:pathLst>
                <a:path h="232758" w="491896">
                  <a:moveTo>
                    <a:pt x="116379" y="0"/>
                  </a:moveTo>
                  <a:lnTo>
                    <a:pt x="375517" y="0"/>
                  </a:lnTo>
                  <a:cubicBezTo>
                    <a:pt x="439791" y="0"/>
                    <a:pt x="491896" y="52105"/>
                    <a:pt x="491896" y="116379"/>
                  </a:cubicBezTo>
                  <a:lnTo>
                    <a:pt x="491896" y="116379"/>
                  </a:lnTo>
                  <a:cubicBezTo>
                    <a:pt x="491896" y="180654"/>
                    <a:pt x="439791" y="232758"/>
                    <a:pt x="375517" y="232758"/>
                  </a:cubicBezTo>
                  <a:lnTo>
                    <a:pt x="116379" y="232758"/>
                  </a:lnTo>
                  <a:cubicBezTo>
                    <a:pt x="52105" y="232758"/>
                    <a:pt x="0" y="180654"/>
                    <a:pt x="0" y="116379"/>
                  </a:cubicBezTo>
                  <a:lnTo>
                    <a:pt x="0" y="116379"/>
                  </a:lnTo>
                  <a:cubicBezTo>
                    <a:pt x="0" y="52105"/>
                    <a:pt x="52105" y="0"/>
                    <a:pt x="116379" y="0"/>
                  </a:cubicBezTo>
                  <a:close/>
                </a:path>
              </a:pathLst>
            </a:custGeom>
            <a:solidFill>
              <a:srgbClr val="83FF9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1896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56878" y="923925"/>
            <a:ext cx="6774245" cy="98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4"/>
              </a:lnSpc>
            </a:pPr>
            <a:r>
              <a:rPr lang="en-US" sz="581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Electrodomésticos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65539" y="2217282"/>
            <a:ext cx="5573452" cy="82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6"/>
              </a:lnSpc>
            </a:pPr>
            <a:r>
              <a:rPr lang="en-US" sz="476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Lista de Productos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8467" y="3697481"/>
            <a:ext cx="1543841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Producto                                         Precio                      Formas de Pago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8467" y="4520484"/>
            <a:ext cx="747712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 Producto                    $200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26412" y="4542550"/>
            <a:ext cx="1341755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Efectivo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634010" y="4378168"/>
            <a:ext cx="2773509" cy="883754"/>
            <a:chOff x="0" y="0"/>
            <a:chExt cx="730471" cy="2327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0471" cy="232758"/>
            </a:xfrm>
            <a:custGeom>
              <a:avLst/>
              <a:gdLst/>
              <a:ahLst/>
              <a:cxnLst/>
              <a:rect r="r" b="b" t="t" l="l"/>
              <a:pathLst>
                <a:path h="232758" w="730471">
                  <a:moveTo>
                    <a:pt x="116379" y="0"/>
                  </a:moveTo>
                  <a:lnTo>
                    <a:pt x="614092" y="0"/>
                  </a:lnTo>
                  <a:cubicBezTo>
                    <a:pt x="644958" y="0"/>
                    <a:pt x="674560" y="12261"/>
                    <a:pt x="696385" y="34087"/>
                  </a:cubicBezTo>
                  <a:cubicBezTo>
                    <a:pt x="718210" y="55912"/>
                    <a:pt x="730471" y="85513"/>
                    <a:pt x="730471" y="116379"/>
                  </a:cubicBezTo>
                  <a:lnTo>
                    <a:pt x="730471" y="116379"/>
                  </a:lnTo>
                  <a:cubicBezTo>
                    <a:pt x="730471" y="180654"/>
                    <a:pt x="678367" y="232758"/>
                    <a:pt x="614092" y="232758"/>
                  </a:cubicBezTo>
                  <a:lnTo>
                    <a:pt x="116379" y="232758"/>
                  </a:lnTo>
                  <a:cubicBezTo>
                    <a:pt x="52105" y="232758"/>
                    <a:pt x="0" y="180654"/>
                    <a:pt x="0" y="116379"/>
                  </a:cubicBezTo>
                  <a:lnTo>
                    <a:pt x="0" y="116379"/>
                  </a:lnTo>
                  <a:cubicBezTo>
                    <a:pt x="0" y="52105"/>
                    <a:pt x="52105" y="0"/>
                    <a:pt x="116379" y="0"/>
                  </a:cubicBezTo>
                  <a:close/>
                </a:path>
              </a:pathLst>
            </a:custGeom>
            <a:solidFill>
              <a:srgbClr val="FBE07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30471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692427" y="4534295"/>
            <a:ext cx="269255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Crédito Directo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8467" y="5737295"/>
            <a:ext cx="758936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 Producto                     $200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719167" y="8247577"/>
            <a:ext cx="3866657" cy="883754"/>
            <a:chOff x="0" y="0"/>
            <a:chExt cx="1018379" cy="2327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8379" cy="232758"/>
            </a:xfrm>
            <a:custGeom>
              <a:avLst/>
              <a:gdLst/>
              <a:ahLst/>
              <a:cxnLst/>
              <a:rect r="r" b="b" t="t" l="l"/>
              <a:pathLst>
                <a:path h="232758" w="1018379">
                  <a:moveTo>
                    <a:pt x="102114" y="0"/>
                  </a:moveTo>
                  <a:lnTo>
                    <a:pt x="916265" y="0"/>
                  </a:lnTo>
                  <a:cubicBezTo>
                    <a:pt x="943347" y="0"/>
                    <a:pt x="969320" y="10758"/>
                    <a:pt x="988470" y="29908"/>
                  </a:cubicBezTo>
                  <a:cubicBezTo>
                    <a:pt x="1007620" y="49058"/>
                    <a:pt x="1018379" y="75031"/>
                    <a:pt x="1018379" y="102114"/>
                  </a:cubicBezTo>
                  <a:lnTo>
                    <a:pt x="1018379" y="130645"/>
                  </a:lnTo>
                  <a:cubicBezTo>
                    <a:pt x="1018379" y="157727"/>
                    <a:pt x="1007620" y="183700"/>
                    <a:pt x="988470" y="202850"/>
                  </a:cubicBezTo>
                  <a:cubicBezTo>
                    <a:pt x="969320" y="222000"/>
                    <a:pt x="943347" y="232758"/>
                    <a:pt x="916265" y="232758"/>
                  </a:cubicBezTo>
                  <a:lnTo>
                    <a:pt x="102114" y="232758"/>
                  </a:lnTo>
                  <a:cubicBezTo>
                    <a:pt x="75031" y="232758"/>
                    <a:pt x="49058" y="222000"/>
                    <a:pt x="29908" y="202850"/>
                  </a:cubicBezTo>
                  <a:cubicBezTo>
                    <a:pt x="10758" y="183700"/>
                    <a:pt x="0" y="157727"/>
                    <a:pt x="0" y="130645"/>
                  </a:cubicBezTo>
                  <a:lnTo>
                    <a:pt x="0" y="102114"/>
                  </a:lnTo>
                  <a:cubicBezTo>
                    <a:pt x="0" y="75031"/>
                    <a:pt x="10758" y="49058"/>
                    <a:pt x="29908" y="29908"/>
                  </a:cubicBezTo>
                  <a:cubicBezTo>
                    <a:pt x="49058" y="10758"/>
                    <a:pt x="75031" y="0"/>
                    <a:pt x="102114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18379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010508" y="8403704"/>
            <a:ext cx="111347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Volver</a:t>
            </a:r>
          </a:p>
        </p:txBody>
      </p:sp>
      <p:sp>
        <p:nvSpPr>
          <p:cNvPr name="AutoShape 19" id="19"/>
          <p:cNvSpPr/>
          <p:nvPr/>
        </p:nvSpPr>
        <p:spPr>
          <a:xfrm flipV="true">
            <a:off x="1166388" y="5452422"/>
            <a:ext cx="1625465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7557774" y="3646179"/>
            <a:ext cx="0" cy="38298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9464777" y="3646179"/>
            <a:ext cx="0" cy="38298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1166388" y="4296921"/>
            <a:ext cx="1625465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1166388" y="6693205"/>
            <a:ext cx="1625465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0663456" y="5642922"/>
            <a:ext cx="1867667" cy="883754"/>
            <a:chOff x="0" y="0"/>
            <a:chExt cx="491896" cy="2327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1896" cy="232758"/>
            </a:xfrm>
            <a:custGeom>
              <a:avLst/>
              <a:gdLst/>
              <a:ahLst/>
              <a:cxnLst/>
              <a:rect r="r" b="b" t="t" l="l"/>
              <a:pathLst>
                <a:path h="232758" w="491896">
                  <a:moveTo>
                    <a:pt x="116379" y="0"/>
                  </a:moveTo>
                  <a:lnTo>
                    <a:pt x="375517" y="0"/>
                  </a:lnTo>
                  <a:cubicBezTo>
                    <a:pt x="439791" y="0"/>
                    <a:pt x="491896" y="52105"/>
                    <a:pt x="491896" y="116379"/>
                  </a:cubicBezTo>
                  <a:lnTo>
                    <a:pt x="491896" y="116379"/>
                  </a:lnTo>
                  <a:cubicBezTo>
                    <a:pt x="491896" y="180654"/>
                    <a:pt x="439791" y="232758"/>
                    <a:pt x="375517" y="232758"/>
                  </a:cubicBezTo>
                  <a:lnTo>
                    <a:pt x="116379" y="232758"/>
                  </a:lnTo>
                  <a:cubicBezTo>
                    <a:pt x="52105" y="232758"/>
                    <a:pt x="0" y="180654"/>
                    <a:pt x="0" y="116379"/>
                  </a:cubicBezTo>
                  <a:lnTo>
                    <a:pt x="0" y="116379"/>
                  </a:lnTo>
                  <a:cubicBezTo>
                    <a:pt x="0" y="52105"/>
                    <a:pt x="52105" y="0"/>
                    <a:pt x="116379" y="0"/>
                  </a:cubicBezTo>
                  <a:close/>
                </a:path>
              </a:pathLst>
            </a:custGeom>
            <a:solidFill>
              <a:srgbClr val="83FF9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91896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926412" y="5807304"/>
            <a:ext cx="1341755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Efectivo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656543" y="5618951"/>
            <a:ext cx="2773509" cy="883754"/>
            <a:chOff x="0" y="0"/>
            <a:chExt cx="730471" cy="23275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0471" cy="232758"/>
            </a:xfrm>
            <a:custGeom>
              <a:avLst/>
              <a:gdLst/>
              <a:ahLst/>
              <a:cxnLst/>
              <a:rect r="r" b="b" t="t" l="l"/>
              <a:pathLst>
                <a:path h="232758" w="730471">
                  <a:moveTo>
                    <a:pt x="116379" y="0"/>
                  </a:moveTo>
                  <a:lnTo>
                    <a:pt x="614092" y="0"/>
                  </a:lnTo>
                  <a:cubicBezTo>
                    <a:pt x="644958" y="0"/>
                    <a:pt x="674560" y="12261"/>
                    <a:pt x="696385" y="34087"/>
                  </a:cubicBezTo>
                  <a:cubicBezTo>
                    <a:pt x="718210" y="55912"/>
                    <a:pt x="730471" y="85513"/>
                    <a:pt x="730471" y="116379"/>
                  </a:cubicBezTo>
                  <a:lnTo>
                    <a:pt x="730471" y="116379"/>
                  </a:lnTo>
                  <a:cubicBezTo>
                    <a:pt x="730471" y="180654"/>
                    <a:pt x="678367" y="232758"/>
                    <a:pt x="614092" y="232758"/>
                  </a:cubicBezTo>
                  <a:lnTo>
                    <a:pt x="116379" y="232758"/>
                  </a:lnTo>
                  <a:cubicBezTo>
                    <a:pt x="52105" y="232758"/>
                    <a:pt x="0" y="180654"/>
                    <a:pt x="0" y="116379"/>
                  </a:cubicBezTo>
                  <a:lnTo>
                    <a:pt x="0" y="116379"/>
                  </a:lnTo>
                  <a:cubicBezTo>
                    <a:pt x="0" y="52105"/>
                    <a:pt x="52105" y="0"/>
                    <a:pt x="116379" y="0"/>
                  </a:cubicBezTo>
                  <a:close/>
                </a:path>
              </a:pathLst>
            </a:custGeom>
            <a:solidFill>
              <a:srgbClr val="FBE07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30471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3714960" y="5775078"/>
            <a:ext cx="269255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Crédito Directo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83551" y="7007417"/>
            <a:ext cx="6509472" cy="883754"/>
            <a:chOff x="0" y="0"/>
            <a:chExt cx="1714429" cy="232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4429" cy="232758"/>
            </a:xfrm>
            <a:custGeom>
              <a:avLst/>
              <a:gdLst/>
              <a:ahLst/>
              <a:cxnLst/>
              <a:rect r="r" b="b" t="t" l="l"/>
              <a:pathLst>
                <a:path h="232758" w="1714429">
                  <a:moveTo>
                    <a:pt x="60656" y="0"/>
                  </a:moveTo>
                  <a:lnTo>
                    <a:pt x="1653773" y="0"/>
                  </a:lnTo>
                  <a:cubicBezTo>
                    <a:pt x="1687272" y="0"/>
                    <a:pt x="1714429" y="27157"/>
                    <a:pt x="1714429" y="60656"/>
                  </a:cubicBezTo>
                  <a:lnTo>
                    <a:pt x="1714429" y="172102"/>
                  </a:lnTo>
                  <a:cubicBezTo>
                    <a:pt x="1714429" y="205602"/>
                    <a:pt x="1687272" y="232758"/>
                    <a:pt x="1653773" y="232758"/>
                  </a:cubicBezTo>
                  <a:lnTo>
                    <a:pt x="60656" y="232758"/>
                  </a:lnTo>
                  <a:cubicBezTo>
                    <a:pt x="27157" y="232758"/>
                    <a:pt x="0" y="205602"/>
                    <a:pt x="0" y="172102"/>
                  </a:cubicBezTo>
                  <a:lnTo>
                    <a:pt x="0" y="60656"/>
                  </a:lnTo>
                  <a:cubicBezTo>
                    <a:pt x="0" y="27157"/>
                    <a:pt x="27157" y="0"/>
                    <a:pt x="60656" y="0"/>
                  </a:cubicBezTo>
                  <a:close/>
                </a:path>
              </a:pathLst>
            </a:custGeom>
            <a:solidFill>
              <a:srgbClr val="83FF9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14429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67236" y="4384023"/>
            <a:ext cx="4836283" cy="759477"/>
          </a:xfrm>
          <a:custGeom>
            <a:avLst/>
            <a:gdLst/>
            <a:ahLst/>
            <a:cxnLst/>
            <a:rect r="r" b="b" t="t" l="l"/>
            <a:pathLst>
              <a:path h="759477" w="4836283">
                <a:moveTo>
                  <a:pt x="0" y="0"/>
                </a:moveTo>
                <a:lnTo>
                  <a:pt x="4836283" y="0"/>
                </a:lnTo>
                <a:lnTo>
                  <a:pt x="4836283" y="759477"/>
                </a:lnTo>
                <a:lnTo>
                  <a:pt x="0" y="7594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7458" r="0" b="-5745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72458" y="1457586"/>
            <a:ext cx="4943083" cy="82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6"/>
              </a:lnSpc>
            </a:pPr>
            <a:r>
              <a:rPr lang="en-US" sz="476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Pago en Efectivo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50121" y="7188075"/>
            <a:ext cx="606266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Confirmar Pago y Generar Factura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30539" y="4478012"/>
            <a:ext cx="618998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Total a pagar con descuento (33%):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719167" y="8247577"/>
            <a:ext cx="3866657" cy="883754"/>
            <a:chOff x="0" y="0"/>
            <a:chExt cx="1018379" cy="2327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8379" cy="232758"/>
            </a:xfrm>
            <a:custGeom>
              <a:avLst/>
              <a:gdLst/>
              <a:ahLst/>
              <a:cxnLst/>
              <a:rect r="r" b="b" t="t" l="l"/>
              <a:pathLst>
                <a:path h="232758" w="1018379">
                  <a:moveTo>
                    <a:pt x="102114" y="0"/>
                  </a:moveTo>
                  <a:lnTo>
                    <a:pt x="916265" y="0"/>
                  </a:lnTo>
                  <a:cubicBezTo>
                    <a:pt x="943347" y="0"/>
                    <a:pt x="969320" y="10758"/>
                    <a:pt x="988470" y="29908"/>
                  </a:cubicBezTo>
                  <a:cubicBezTo>
                    <a:pt x="1007620" y="49058"/>
                    <a:pt x="1018379" y="75031"/>
                    <a:pt x="1018379" y="102114"/>
                  </a:cubicBezTo>
                  <a:lnTo>
                    <a:pt x="1018379" y="130645"/>
                  </a:lnTo>
                  <a:cubicBezTo>
                    <a:pt x="1018379" y="157727"/>
                    <a:pt x="1007620" y="183700"/>
                    <a:pt x="988470" y="202850"/>
                  </a:cubicBezTo>
                  <a:cubicBezTo>
                    <a:pt x="969320" y="222000"/>
                    <a:pt x="943347" y="232758"/>
                    <a:pt x="916265" y="232758"/>
                  </a:cubicBezTo>
                  <a:lnTo>
                    <a:pt x="102114" y="232758"/>
                  </a:lnTo>
                  <a:cubicBezTo>
                    <a:pt x="75031" y="232758"/>
                    <a:pt x="49058" y="222000"/>
                    <a:pt x="29908" y="202850"/>
                  </a:cubicBezTo>
                  <a:cubicBezTo>
                    <a:pt x="10758" y="183700"/>
                    <a:pt x="0" y="157727"/>
                    <a:pt x="0" y="130645"/>
                  </a:cubicBezTo>
                  <a:lnTo>
                    <a:pt x="0" y="102114"/>
                  </a:lnTo>
                  <a:cubicBezTo>
                    <a:pt x="0" y="75031"/>
                    <a:pt x="10758" y="49058"/>
                    <a:pt x="29908" y="29908"/>
                  </a:cubicBezTo>
                  <a:cubicBezTo>
                    <a:pt x="49058" y="10758"/>
                    <a:pt x="75031" y="0"/>
                    <a:pt x="102114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18379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010508" y="8403704"/>
            <a:ext cx="111347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Volver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8491" y="4506689"/>
            <a:ext cx="6992568" cy="883754"/>
            <a:chOff x="0" y="0"/>
            <a:chExt cx="1841664" cy="232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41664" cy="232758"/>
            </a:xfrm>
            <a:custGeom>
              <a:avLst/>
              <a:gdLst/>
              <a:ahLst/>
              <a:cxnLst/>
              <a:rect r="r" b="b" t="t" l="l"/>
              <a:pathLst>
                <a:path h="232758" w="1841664">
                  <a:moveTo>
                    <a:pt x="0" y="0"/>
                  </a:moveTo>
                  <a:lnTo>
                    <a:pt x="1841664" y="0"/>
                  </a:lnTo>
                  <a:lnTo>
                    <a:pt x="1841664" y="232758"/>
                  </a:lnTo>
                  <a:lnTo>
                    <a:pt x="0" y="232758"/>
                  </a:lnTo>
                  <a:close/>
                </a:path>
              </a:pathLst>
            </a:custGeom>
            <a:solidFill>
              <a:srgbClr val="FF6B6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41664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228448" y="1476636"/>
            <a:ext cx="5086190" cy="82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6"/>
              </a:lnSpc>
            </a:pPr>
            <a:r>
              <a:rPr lang="en-US" sz="476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Pago con Crédito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02078" y="4687346"/>
            <a:ext cx="617172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Usuario no es elegible para crédito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719167" y="8247577"/>
            <a:ext cx="3866657" cy="883754"/>
            <a:chOff x="0" y="0"/>
            <a:chExt cx="1018379" cy="2327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8379" cy="232758"/>
            </a:xfrm>
            <a:custGeom>
              <a:avLst/>
              <a:gdLst/>
              <a:ahLst/>
              <a:cxnLst/>
              <a:rect r="r" b="b" t="t" l="l"/>
              <a:pathLst>
                <a:path h="232758" w="1018379">
                  <a:moveTo>
                    <a:pt x="102114" y="0"/>
                  </a:moveTo>
                  <a:lnTo>
                    <a:pt x="916265" y="0"/>
                  </a:lnTo>
                  <a:cubicBezTo>
                    <a:pt x="943347" y="0"/>
                    <a:pt x="969320" y="10758"/>
                    <a:pt x="988470" y="29908"/>
                  </a:cubicBezTo>
                  <a:cubicBezTo>
                    <a:pt x="1007620" y="49058"/>
                    <a:pt x="1018379" y="75031"/>
                    <a:pt x="1018379" y="102114"/>
                  </a:cubicBezTo>
                  <a:lnTo>
                    <a:pt x="1018379" y="130645"/>
                  </a:lnTo>
                  <a:cubicBezTo>
                    <a:pt x="1018379" y="157727"/>
                    <a:pt x="1007620" y="183700"/>
                    <a:pt x="988470" y="202850"/>
                  </a:cubicBezTo>
                  <a:cubicBezTo>
                    <a:pt x="969320" y="222000"/>
                    <a:pt x="943347" y="232758"/>
                    <a:pt x="916265" y="232758"/>
                  </a:cubicBezTo>
                  <a:lnTo>
                    <a:pt x="102114" y="232758"/>
                  </a:lnTo>
                  <a:cubicBezTo>
                    <a:pt x="75031" y="232758"/>
                    <a:pt x="49058" y="222000"/>
                    <a:pt x="29908" y="202850"/>
                  </a:cubicBezTo>
                  <a:cubicBezTo>
                    <a:pt x="10758" y="183700"/>
                    <a:pt x="0" y="157727"/>
                    <a:pt x="0" y="130645"/>
                  </a:cubicBezTo>
                  <a:lnTo>
                    <a:pt x="0" y="102114"/>
                  </a:lnTo>
                  <a:cubicBezTo>
                    <a:pt x="0" y="75031"/>
                    <a:pt x="10758" y="49058"/>
                    <a:pt x="29908" y="29908"/>
                  </a:cubicBezTo>
                  <a:cubicBezTo>
                    <a:pt x="49058" y="10758"/>
                    <a:pt x="75031" y="0"/>
                    <a:pt x="102114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18379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010508" y="8403704"/>
            <a:ext cx="111347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Volver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75259" y="2687977"/>
            <a:ext cx="6992568" cy="883754"/>
            <a:chOff x="0" y="0"/>
            <a:chExt cx="1841664" cy="232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41664" cy="232758"/>
            </a:xfrm>
            <a:custGeom>
              <a:avLst/>
              <a:gdLst/>
              <a:ahLst/>
              <a:cxnLst/>
              <a:rect r="r" b="b" t="t" l="l"/>
              <a:pathLst>
                <a:path h="232758" w="1841664">
                  <a:moveTo>
                    <a:pt x="0" y="0"/>
                  </a:moveTo>
                  <a:lnTo>
                    <a:pt x="1841664" y="0"/>
                  </a:lnTo>
                  <a:lnTo>
                    <a:pt x="1841664" y="232758"/>
                  </a:lnTo>
                  <a:lnTo>
                    <a:pt x="0" y="232758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41664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228448" y="1476636"/>
            <a:ext cx="5086190" cy="82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6"/>
              </a:lnSpc>
            </a:pPr>
            <a:r>
              <a:rPr lang="en-US" sz="476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Pago con Crédito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57484" y="2868635"/>
            <a:ext cx="511444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Usuario elegible para crédito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719167" y="8247577"/>
            <a:ext cx="3866657" cy="883754"/>
            <a:chOff x="0" y="0"/>
            <a:chExt cx="1018379" cy="2327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8379" cy="232758"/>
            </a:xfrm>
            <a:custGeom>
              <a:avLst/>
              <a:gdLst/>
              <a:ahLst/>
              <a:cxnLst/>
              <a:rect r="r" b="b" t="t" l="l"/>
              <a:pathLst>
                <a:path h="232758" w="1018379">
                  <a:moveTo>
                    <a:pt x="102114" y="0"/>
                  </a:moveTo>
                  <a:lnTo>
                    <a:pt x="916265" y="0"/>
                  </a:lnTo>
                  <a:cubicBezTo>
                    <a:pt x="943347" y="0"/>
                    <a:pt x="969320" y="10758"/>
                    <a:pt x="988470" y="29908"/>
                  </a:cubicBezTo>
                  <a:cubicBezTo>
                    <a:pt x="1007620" y="49058"/>
                    <a:pt x="1018379" y="75031"/>
                    <a:pt x="1018379" y="102114"/>
                  </a:cubicBezTo>
                  <a:lnTo>
                    <a:pt x="1018379" y="130645"/>
                  </a:lnTo>
                  <a:cubicBezTo>
                    <a:pt x="1018379" y="157727"/>
                    <a:pt x="1007620" y="183700"/>
                    <a:pt x="988470" y="202850"/>
                  </a:cubicBezTo>
                  <a:cubicBezTo>
                    <a:pt x="969320" y="222000"/>
                    <a:pt x="943347" y="232758"/>
                    <a:pt x="916265" y="232758"/>
                  </a:cubicBezTo>
                  <a:lnTo>
                    <a:pt x="102114" y="232758"/>
                  </a:lnTo>
                  <a:cubicBezTo>
                    <a:pt x="75031" y="232758"/>
                    <a:pt x="49058" y="222000"/>
                    <a:pt x="29908" y="202850"/>
                  </a:cubicBezTo>
                  <a:cubicBezTo>
                    <a:pt x="10758" y="183700"/>
                    <a:pt x="0" y="157727"/>
                    <a:pt x="0" y="130645"/>
                  </a:cubicBezTo>
                  <a:lnTo>
                    <a:pt x="0" y="102114"/>
                  </a:lnTo>
                  <a:cubicBezTo>
                    <a:pt x="0" y="75031"/>
                    <a:pt x="10758" y="49058"/>
                    <a:pt x="29908" y="29908"/>
                  </a:cubicBezTo>
                  <a:cubicBezTo>
                    <a:pt x="49058" y="10758"/>
                    <a:pt x="75031" y="0"/>
                    <a:pt x="102114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18379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010508" y="8403704"/>
            <a:ext cx="111347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Volver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383551" y="7007417"/>
            <a:ext cx="6509472" cy="883754"/>
            <a:chOff x="0" y="0"/>
            <a:chExt cx="1714429" cy="2327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14429" cy="232758"/>
            </a:xfrm>
            <a:custGeom>
              <a:avLst/>
              <a:gdLst/>
              <a:ahLst/>
              <a:cxnLst/>
              <a:rect r="r" b="b" t="t" l="l"/>
              <a:pathLst>
                <a:path h="232758" w="1714429">
                  <a:moveTo>
                    <a:pt x="60656" y="0"/>
                  </a:moveTo>
                  <a:lnTo>
                    <a:pt x="1653773" y="0"/>
                  </a:lnTo>
                  <a:cubicBezTo>
                    <a:pt x="1687272" y="0"/>
                    <a:pt x="1714429" y="27157"/>
                    <a:pt x="1714429" y="60656"/>
                  </a:cubicBezTo>
                  <a:lnTo>
                    <a:pt x="1714429" y="172102"/>
                  </a:lnTo>
                  <a:cubicBezTo>
                    <a:pt x="1714429" y="205602"/>
                    <a:pt x="1687272" y="232758"/>
                    <a:pt x="1653773" y="232758"/>
                  </a:cubicBezTo>
                  <a:lnTo>
                    <a:pt x="60656" y="232758"/>
                  </a:lnTo>
                  <a:cubicBezTo>
                    <a:pt x="27157" y="232758"/>
                    <a:pt x="0" y="205602"/>
                    <a:pt x="0" y="172102"/>
                  </a:cubicBezTo>
                  <a:lnTo>
                    <a:pt x="0" y="60656"/>
                  </a:lnTo>
                  <a:cubicBezTo>
                    <a:pt x="0" y="27157"/>
                    <a:pt x="27157" y="0"/>
                    <a:pt x="60656" y="0"/>
                  </a:cubicBezTo>
                  <a:close/>
                </a:path>
              </a:pathLst>
            </a:custGeom>
            <a:solidFill>
              <a:srgbClr val="83FF9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14429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550121" y="7188075"/>
            <a:ext cx="606266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Confirmar Pago y Generar Factura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638495" y="5895515"/>
            <a:ext cx="4836283" cy="759477"/>
          </a:xfrm>
          <a:custGeom>
            <a:avLst/>
            <a:gdLst/>
            <a:ahLst/>
            <a:cxnLst/>
            <a:rect r="r" b="b" t="t" l="l"/>
            <a:pathLst>
              <a:path h="759477" w="4836283">
                <a:moveTo>
                  <a:pt x="0" y="0"/>
                </a:moveTo>
                <a:lnTo>
                  <a:pt x="4836282" y="0"/>
                </a:lnTo>
                <a:lnTo>
                  <a:pt x="4836282" y="759477"/>
                </a:lnTo>
                <a:lnTo>
                  <a:pt x="0" y="7594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7458" r="0" b="-57458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41535" y="5989504"/>
            <a:ext cx="531050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Seleccione número de cuotas: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83319" y="5989504"/>
            <a:ext cx="4819409" cy="45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Dropdown 3/6/9/12/18/24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567244" y="4631213"/>
            <a:ext cx="4836283" cy="759477"/>
          </a:xfrm>
          <a:custGeom>
            <a:avLst/>
            <a:gdLst/>
            <a:ahLst/>
            <a:cxnLst/>
            <a:rect r="r" b="b" t="t" l="l"/>
            <a:pathLst>
              <a:path h="759477" w="4836283">
                <a:moveTo>
                  <a:pt x="0" y="0"/>
                </a:moveTo>
                <a:lnTo>
                  <a:pt x="4836282" y="0"/>
                </a:lnTo>
                <a:lnTo>
                  <a:pt x="4836282" y="759477"/>
                </a:lnTo>
                <a:lnTo>
                  <a:pt x="0" y="7594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7458" r="0" b="-57458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558003" y="4725202"/>
            <a:ext cx="467756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Monto Máximo Aprobado: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18425" y="3735603"/>
            <a:ext cx="6992568" cy="883754"/>
            <a:chOff x="0" y="0"/>
            <a:chExt cx="1841664" cy="232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41664" cy="232758"/>
            </a:xfrm>
            <a:custGeom>
              <a:avLst/>
              <a:gdLst/>
              <a:ahLst/>
              <a:cxnLst/>
              <a:rect r="r" b="b" t="t" l="l"/>
              <a:pathLst>
                <a:path h="232758" w="1841664">
                  <a:moveTo>
                    <a:pt x="0" y="0"/>
                  </a:moveTo>
                  <a:lnTo>
                    <a:pt x="1841664" y="0"/>
                  </a:lnTo>
                  <a:lnTo>
                    <a:pt x="1841664" y="232758"/>
                  </a:lnTo>
                  <a:lnTo>
                    <a:pt x="0" y="232758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41664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300001" y="1476636"/>
            <a:ext cx="4943083" cy="82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6"/>
              </a:lnSpc>
            </a:pPr>
            <a:r>
              <a:rPr lang="en-US" sz="476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Pago en Efectivo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13988" y="3916261"/>
            <a:ext cx="248777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Venta Exitosa!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781380" y="5843635"/>
            <a:ext cx="3866657" cy="883754"/>
            <a:chOff x="0" y="0"/>
            <a:chExt cx="1018379" cy="2327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8379" cy="232758"/>
            </a:xfrm>
            <a:custGeom>
              <a:avLst/>
              <a:gdLst/>
              <a:ahLst/>
              <a:cxnLst/>
              <a:rect r="r" b="b" t="t" l="l"/>
              <a:pathLst>
                <a:path h="232758" w="1018379">
                  <a:moveTo>
                    <a:pt x="102114" y="0"/>
                  </a:moveTo>
                  <a:lnTo>
                    <a:pt x="916265" y="0"/>
                  </a:lnTo>
                  <a:cubicBezTo>
                    <a:pt x="943347" y="0"/>
                    <a:pt x="969320" y="10758"/>
                    <a:pt x="988470" y="29908"/>
                  </a:cubicBezTo>
                  <a:cubicBezTo>
                    <a:pt x="1007620" y="49058"/>
                    <a:pt x="1018379" y="75031"/>
                    <a:pt x="1018379" y="102114"/>
                  </a:cubicBezTo>
                  <a:lnTo>
                    <a:pt x="1018379" y="130645"/>
                  </a:lnTo>
                  <a:cubicBezTo>
                    <a:pt x="1018379" y="157727"/>
                    <a:pt x="1007620" y="183700"/>
                    <a:pt x="988470" y="202850"/>
                  </a:cubicBezTo>
                  <a:cubicBezTo>
                    <a:pt x="969320" y="222000"/>
                    <a:pt x="943347" y="232758"/>
                    <a:pt x="916265" y="232758"/>
                  </a:cubicBezTo>
                  <a:lnTo>
                    <a:pt x="102114" y="232758"/>
                  </a:lnTo>
                  <a:cubicBezTo>
                    <a:pt x="75031" y="232758"/>
                    <a:pt x="49058" y="222000"/>
                    <a:pt x="29908" y="202850"/>
                  </a:cubicBezTo>
                  <a:cubicBezTo>
                    <a:pt x="10758" y="183700"/>
                    <a:pt x="0" y="157727"/>
                    <a:pt x="0" y="130645"/>
                  </a:cubicBezTo>
                  <a:lnTo>
                    <a:pt x="0" y="102114"/>
                  </a:lnTo>
                  <a:cubicBezTo>
                    <a:pt x="0" y="75031"/>
                    <a:pt x="10758" y="49058"/>
                    <a:pt x="29908" y="29908"/>
                  </a:cubicBezTo>
                  <a:cubicBezTo>
                    <a:pt x="49058" y="10758"/>
                    <a:pt x="75031" y="0"/>
                    <a:pt x="102114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18379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072720" y="5999762"/>
            <a:ext cx="111347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Volver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38215" y="7338221"/>
            <a:ext cx="3866657" cy="883754"/>
            <a:chOff x="0" y="0"/>
            <a:chExt cx="1018379" cy="232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8379" cy="232758"/>
            </a:xfrm>
            <a:custGeom>
              <a:avLst/>
              <a:gdLst/>
              <a:ahLst/>
              <a:cxnLst/>
              <a:rect r="r" b="b" t="t" l="l"/>
              <a:pathLst>
                <a:path h="232758" w="1018379">
                  <a:moveTo>
                    <a:pt x="102114" y="0"/>
                  </a:moveTo>
                  <a:lnTo>
                    <a:pt x="916265" y="0"/>
                  </a:lnTo>
                  <a:cubicBezTo>
                    <a:pt x="943347" y="0"/>
                    <a:pt x="969320" y="10758"/>
                    <a:pt x="988470" y="29908"/>
                  </a:cubicBezTo>
                  <a:cubicBezTo>
                    <a:pt x="1007620" y="49058"/>
                    <a:pt x="1018379" y="75031"/>
                    <a:pt x="1018379" y="102114"/>
                  </a:cubicBezTo>
                  <a:lnTo>
                    <a:pt x="1018379" y="130645"/>
                  </a:lnTo>
                  <a:cubicBezTo>
                    <a:pt x="1018379" y="157727"/>
                    <a:pt x="1007620" y="183700"/>
                    <a:pt x="988470" y="202850"/>
                  </a:cubicBezTo>
                  <a:cubicBezTo>
                    <a:pt x="969320" y="222000"/>
                    <a:pt x="943347" y="232758"/>
                    <a:pt x="916265" y="232758"/>
                  </a:cubicBezTo>
                  <a:lnTo>
                    <a:pt x="102114" y="232758"/>
                  </a:lnTo>
                  <a:cubicBezTo>
                    <a:pt x="75031" y="232758"/>
                    <a:pt x="49058" y="222000"/>
                    <a:pt x="29908" y="202850"/>
                  </a:cubicBezTo>
                  <a:cubicBezTo>
                    <a:pt x="10758" y="183700"/>
                    <a:pt x="0" y="157727"/>
                    <a:pt x="0" y="130645"/>
                  </a:cubicBezTo>
                  <a:lnTo>
                    <a:pt x="0" y="102114"/>
                  </a:lnTo>
                  <a:cubicBezTo>
                    <a:pt x="0" y="75031"/>
                    <a:pt x="10758" y="49058"/>
                    <a:pt x="29908" y="29908"/>
                  </a:cubicBezTo>
                  <a:cubicBezTo>
                    <a:pt x="49058" y="10758"/>
                    <a:pt x="75031" y="0"/>
                    <a:pt x="102114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8379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75259" y="2726786"/>
            <a:ext cx="6992568" cy="883754"/>
            <a:chOff x="0" y="0"/>
            <a:chExt cx="1841664" cy="2327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41664" cy="232758"/>
            </a:xfrm>
            <a:custGeom>
              <a:avLst/>
              <a:gdLst/>
              <a:ahLst/>
              <a:cxnLst/>
              <a:rect r="r" b="b" t="t" l="l"/>
              <a:pathLst>
                <a:path h="232758" w="1841664">
                  <a:moveTo>
                    <a:pt x="0" y="0"/>
                  </a:moveTo>
                  <a:lnTo>
                    <a:pt x="1841664" y="0"/>
                  </a:lnTo>
                  <a:lnTo>
                    <a:pt x="1841664" y="232758"/>
                  </a:lnTo>
                  <a:lnTo>
                    <a:pt x="0" y="232758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41664" cy="27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158221" y="4615737"/>
            <a:ext cx="14169613" cy="1930564"/>
          </a:xfrm>
          <a:custGeom>
            <a:avLst/>
            <a:gdLst/>
            <a:ahLst/>
            <a:cxnLst/>
            <a:rect r="r" b="b" t="t" l="l"/>
            <a:pathLst>
              <a:path h="1930564" w="14169613">
                <a:moveTo>
                  <a:pt x="0" y="0"/>
                </a:moveTo>
                <a:lnTo>
                  <a:pt x="14169613" y="0"/>
                </a:lnTo>
                <a:lnTo>
                  <a:pt x="14169613" y="1930564"/>
                </a:lnTo>
                <a:lnTo>
                  <a:pt x="0" y="19305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228448" y="1476636"/>
            <a:ext cx="5086190" cy="82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6"/>
              </a:lnSpc>
            </a:pPr>
            <a:r>
              <a:rPr lang="en-US" sz="476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Pago con Crédito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29555" y="7494348"/>
            <a:ext cx="111347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Volver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70823" y="2907444"/>
            <a:ext cx="248777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Venta Exitosa!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DAG4cl-zeDg</dc:identifier>
  <dcterms:modified xsi:type="dcterms:W3CDTF">2011-08-01T06:04:30Z</dcterms:modified>
  <cp:revision>1</cp:revision>
  <dc:title>Prueba1_Documentación_Bedón_Gutiérrez_Suquillo</dc:title>
</cp:coreProperties>
</file>